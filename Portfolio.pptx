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63" d="100"/>
          <a:sy n="63" d="100"/>
        </p:scale>
        <p:origin x="22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DE62A-1AB3-430F-8029-7B66F6950ECD}" type="datetimeFigureOut">
              <a:rPr lang="en-001" smtClean="0"/>
              <a:t>28/06/2026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50F54-C329-4738-BC07-A92932FB59C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63627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TOP SELLING BRANDS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BRAND BY BUYERS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BRAND BY $ SALES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BRAND BY UNIT SALES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TOP BRANDS BY UNIT SALES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listSlicer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PRODUCT CATEGORIES BY UNIT SALES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PRODUCTS BY UNIT SALES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OUTLET SALES BY WEEKDAY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PRODUCTS BY UNITS SOLD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PRODUCT BY $ SALES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SALES BY DEPARTMENT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TOP PRODUCTS BY % HH BUYING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$ SALES BY AGE GROUP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$ SALES BY HH SIZE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22e4037c-48ea-4947-9c5c-f78120c925e2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22e4037c-48ea-4947-9c5c-f78120c925e2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22e4037c-48ea-4947-9c5c-f78120c925e2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22e4037c-48ea-4947-9c5c-f78120c925e2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OP SELLING BRANDS ,TOP BRAND BY BUYERS ,TOP BRAND BY $ SALES ,TOP BRAND BY UNIT SALES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OP BRANDS BY UNIT SALES ,listSlicer ,TOP PRODUCT CATEGORIES BY UNIT SALES ,TOP PRODUCTS BY UNIT SALES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OUTLET SALES BY WEEKDAY ,slicer ,TOP PRODUCTS BY UNITS SOLD ,TOP PRODUCT BY $ SALES ,TOTAL SALES BY DEPARTMENT ,TOP PRODUCTS BY % HH BUYING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Products by Weekday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$ SALES BY AGE GROUP ,$ SALES BY HH SIZE ,tableEx ,slicer ,slicer ,tableEx ,textbox ,textbox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190</Words>
  <Application>Microsoft Office PowerPoint</Application>
  <PresentationFormat>Widescreen</PresentationFormat>
  <Paragraphs>78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Custom Design</vt:lpstr>
      <vt:lpstr>Overview</vt:lpstr>
      <vt:lpstr>Top 10</vt:lpstr>
      <vt:lpstr>Products by Weekday</vt:lpstr>
      <vt:lpstr>Demographics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Viktoryia Abramtsava</cp:lastModifiedBy>
  <cp:revision>5</cp:revision>
  <dcterms:created xsi:type="dcterms:W3CDTF">2016-09-04T11:54:55Z</dcterms:created>
  <dcterms:modified xsi:type="dcterms:W3CDTF">2026-06-28T23:24:25Z</dcterms:modified>
</cp:coreProperties>
</file>